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anchunkao\Documents\MyProject\snake.io\presentation_v5.2.0\tools\temp_slides\slide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anchunkao\Documents\MyProject\snake.io\presentation_v5.2.0\tools\temp_slides\slide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anchunkao\Documents\MyProject\snake.io\presentation_v5.2.0\tools\temp_slides\slide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anchunkao\Documents\MyProject\snake.io\presentation_v5.2.0\tools\temp_slides\slide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anchunkao\Documents\MyProject\snake.io\presentation_v5.2.0\tools\temp_slides\slide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anchunkao\Documents\MyProject\snake.io\presentation_v5.2.0\tools\temp_slides\slide_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anchunkao\Documents\MyProject\snake.io\presentation_v5.2.0\tools\temp_slides\slide_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anchunkao\Documents\MyProject\snake.io\presentation_v5.2.0\tools\temp_slides\slide_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anchunkao\Documents\MyProject\snake.io\presentation_v5.2.0\tools\temp_slides\slide_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anchunkao\Documents\MyProject\snake.io\presentation_v5.2.0\tools\temp_slides\slide_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anchunkao\Documents\MyProject\snake.io\presentation_v5.2.0\tools\temp_slides\slide_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anchunkao\Documents\MyProject\snake.io\presentation_v5.2.0\tools\temp_slides\slide_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anchunkao\Documents\MyProject\snake.io\presentation_v5.2.0\tools\temp_slides\slide_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anchunkao\Documents\MyProject\snake.io\presentation_v5.2.0\tools\temp_slides\slide_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anchunkao\Documents\MyProject\snake.io\presentation_v5.2.0\tools\temp_slides\slide_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anchunkao\Documents\MyProject\snake.io\presentation_v5.2.0\tools\temp_slides\slide_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anchunkao\Documents\MyProject\snake.io\presentation_v5.2.0\tools\temp_slides\slide_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anchunkao\Documents\MyProject\snake.io\presentation_v5.2.0\tools\temp_slides\slide_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anchunkao\Documents\MyProject\snake.io\presentation_v5.2.0\tools\temp_slides\slide_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anchunkao\Documents\MyProject\snake.io\presentation_v5.2.0\tools\temp_slides\slide_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anchunkao\Documents\MyProject\snake.io\presentation_v5.2.0\tools\temp_slides\slide_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anchunkao\Documents\MyProject\snake.io\presentation_v5.2.0\tools\temp_slides\slide_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anchunkao\Documents\MyProject\snake.io\presentation_v5.2.0\tools\temp_slides\slide_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anchunkao\Documents\MyProject\snake.io\presentation_v5.2.0\tools\temp_slides\slide_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anchunkao\Documents\MyProject\snake.io\presentation_v5.2.0\tools\temp_slides\slide_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anchunkao\Documents\MyProject\snake.io\presentation_v5.2.0\tools\temp_slides\slide_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anchunkao\Documents\MyProject\snake.io\presentation_v5.2.0\tools\temp_slides\slide_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anchunkao\Documents\MyProject\snake.io\presentation_v5.2.0\tools\temp_slides\slide_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2026-05-29T07:41:38Z</dcterms:created>
  <dcterms:modified xsi:type="dcterms:W3CDTF">2026-05-29T07:41:38Z</dcterms:modified>
</cp:coreProperties>
</file>